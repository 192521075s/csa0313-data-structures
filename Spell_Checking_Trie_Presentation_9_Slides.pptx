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90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5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80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58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9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6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24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36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7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45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8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Spell-Checking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Trie Data Structure for Fast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EF465-4519-599F-090B-E7CB01E0D3E1}"/>
              </a:ext>
            </a:extLst>
          </p:cNvPr>
          <p:cNvSpPr txBox="1"/>
          <p:nvPr/>
        </p:nvSpPr>
        <p:spPr>
          <a:xfrm>
            <a:off x="6231276" y="4453847"/>
            <a:ext cx="2347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by,</a:t>
            </a:r>
          </a:p>
          <a:p>
            <a:r>
              <a:rPr lang="en-US" dirty="0" err="1"/>
              <a:t>Kaviya.R</a:t>
            </a:r>
            <a:endParaRPr lang="en-US" dirty="0"/>
          </a:p>
          <a:p>
            <a:r>
              <a:rPr lang="en-US" dirty="0"/>
              <a:t>192521075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Checks whether typed words exist</a:t>
            </a:r>
          </a:p>
          <a:p>
            <a:pPr marL="0" indent="0">
              <a:buNone/>
              <a:defRPr sz="2400"/>
            </a:pPr>
            <a:r>
              <a:rPr dirty="0"/>
              <a:t>• Detects spelling mistakes</a:t>
            </a:r>
          </a:p>
          <a:p>
            <a:pPr marL="0" indent="0">
              <a:buNone/>
              <a:defRPr sz="2400"/>
            </a:pPr>
            <a:r>
              <a:rPr dirty="0"/>
              <a:t>• Suggests corrections</a:t>
            </a:r>
          </a:p>
          <a:p>
            <a:pPr marL="0" indent="0">
              <a:buNone/>
              <a:defRPr sz="2400"/>
            </a:pPr>
            <a:r>
              <a:rPr dirty="0"/>
              <a:t>• Used in Word, Docs, keyboards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Need fast verification in a large dictionary.</a:t>
            </a:r>
          </a:p>
          <a:p>
            <a:pPr>
              <a:defRPr sz="2400"/>
            </a:pPr>
            <a:r>
              <a:rPr dirty="0"/>
              <a:t>Objective: Fast lookup, low response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Suitable Data Structure: 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• Tree storing characters</a:t>
            </a:r>
          </a:p>
          <a:p>
            <a:pPr marL="0" indent="0">
              <a:buNone/>
              <a:defRPr sz="2400"/>
            </a:pPr>
            <a:r>
              <a:rPr dirty="0"/>
              <a:t>• One node per letter</a:t>
            </a:r>
          </a:p>
          <a:p>
            <a:pPr marL="0" indent="0">
              <a:buNone/>
              <a:defRPr sz="2400"/>
            </a:pPr>
            <a:r>
              <a:rPr dirty="0"/>
              <a:t>• End node marks word</a:t>
            </a:r>
          </a:p>
          <a:p>
            <a:pPr marL="0" indent="0">
              <a:buNone/>
              <a:defRPr sz="2400"/>
            </a:pPr>
            <a:r>
              <a:rPr dirty="0"/>
              <a:t>• Excellent search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Trie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Dictionary: Cat, Car, Care, Dog</a:t>
            </a:r>
          </a:p>
          <a:p>
            <a:pPr>
              <a:defRPr sz="2400"/>
            </a:pPr>
            <a:r>
              <a:t>Search 'Care' ✓</a:t>
            </a:r>
          </a:p>
          <a:p>
            <a:pPr>
              <a:defRPr sz="2400"/>
            </a:pPr>
            <a:r>
              <a:t>Search 'Cars' 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Array: O(n)</a:t>
            </a:r>
          </a:p>
          <a:p>
            <a:pPr>
              <a:defRPr sz="2400"/>
            </a:pPr>
            <a:r>
              <a:t>Binary Search: O(log n)</a:t>
            </a:r>
          </a:p>
          <a:p>
            <a:pPr>
              <a:defRPr sz="2400"/>
            </a:pPr>
            <a:r>
              <a:t>Hash Table: O(1) avg</a:t>
            </a:r>
          </a:p>
          <a:p>
            <a:pPr>
              <a:defRPr sz="2400"/>
            </a:pPr>
            <a:r>
              <a:t>Trie: O(m)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MS Word</a:t>
            </a:r>
          </a:p>
          <a:p>
            <a:pPr>
              <a:defRPr sz="2400"/>
            </a:pPr>
            <a:r>
              <a:t>Google Docs</a:t>
            </a:r>
          </a:p>
          <a:p>
            <a:pPr>
              <a:defRPr sz="2400"/>
            </a:pPr>
            <a:r>
              <a:t>Mobile Keyboard</a:t>
            </a:r>
          </a:p>
          <a:p>
            <a:pPr>
              <a:defRPr sz="2400"/>
            </a:pPr>
            <a:r>
              <a:t>Autocomplete</a:t>
            </a:r>
          </a:p>
          <a:p>
            <a:pPr>
              <a:defRPr sz="2400"/>
            </a:pPr>
            <a:r>
              <a:t>Search Engines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dirty="0"/>
              <a:t>Advantages:</a:t>
            </a:r>
          </a:p>
          <a:p>
            <a:pPr>
              <a:defRPr sz="2400"/>
            </a:pPr>
            <a:r>
              <a:rPr dirty="0"/>
              <a:t> Fast search</a:t>
            </a:r>
          </a:p>
          <a:p>
            <a:pPr>
              <a:defRPr sz="2400"/>
            </a:pPr>
            <a:r>
              <a:rPr dirty="0"/>
              <a:t>Prefix search</a:t>
            </a:r>
          </a:p>
          <a:p>
            <a:pPr marL="0" indent="0">
              <a:buNone/>
              <a:defRPr sz="2400"/>
            </a:pPr>
            <a:r>
              <a:rPr dirty="0"/>
              <a:t>Limitations:</a:t>
            </a:r>
          </a:p>
          <a:p>
            <a:pPr>
              <a:defRPr sz="2400"/>
            </a:pPr>
            <a:r>
              <a:rPr dirty="0"/>
              <a:t> More memory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Trie is ideal for spell checking because search depends on word length, giving fast performance.</a:t>
            </a:r>
          </a:p>
          <a:p>
            <a:pPr>
              <a:defRPr sz="2400"/>
            </a:pPr>
            <a:endParaRPr dirty="0"/>
          </a:p>
          <a:p>
            <a:pPr marL="0" indent="0">
              <a:buNone/>
              <a:defRPr sz="2400"/>
            </a:pPr>
            <a:r>
              <a:rPr lang="en-US" dirty="0"/>
              <a:t>                            </a:t>
            </a: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</TotalTime>
  <Words>177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Spell-Checking Application</vt:lpstr>
      <vt:lpstr>Introduction</vt:lpstr>
      <vt:lpstr>Problem Statement</vt:lpstr>
      <vt:lpstr>Suitable Data Structure: Trie</vt:lpstr>
      <vt:lpstr>How Trie Works</vt:lpstr>
      <vt:lpstr>Search Speed</vt:lpstr>
      <vt:lpstr>Applications</vt:lpstr>
      <vt:lpstr>Advantages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Prithika BH</dc:creator>
  <cp:keywords/>
  <dc:description>generated using python-pptx</dc:description>
  <cp:lastModifiedBy>Prithika BH</cp:lastModifiedBy>
  <cp:revision>2</cp:revision>
  <dcterms:created xsi:type="dcterms:W3CDTF">2013-01-27T09:14:16Z</dcterms:created>
  <dcterms:modified xsi:type="dcterms:W3CDTF">2026-07-21T07:59:58Z</dcterms:modified>
  <cp:category/>
</cp:coreProperties>
</file>